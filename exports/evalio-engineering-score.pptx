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Evalio — Engineering Score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performance measurement powered by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74720" cy="2103120"/>
          </a:xfrm>
          <a:prstGeom prst="rect">
            <a:avLst>
              <a:gd name="adj" fmla="val 4348"/>
            </a:avLst>
          </a:prstGeom>
          <a:solidFill>
            <a:srgbClr val="0F1F35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5" name="Image 0" descr="exports/images/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3383280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154680"/>
            <a:ext cx="3474720" cy="274320"/>
          </a:xfrm>
          <a:prstGeom prst="rect">
            <a:avLst/>
          </a:prstGeom>
          <a:solidFill>
            <a:srgbClr val="0F1F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Multi-Framework Scoring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206240" y="1371600"/>
            <a:ext cx="3474720" cy="2103120"/>
          </a:xfrm>
          <a:prstGeom prst="rect">
            <a:avLst>
              <a:gd name="adj" fmla="val 4348"/>
            </a:avLst>
          </a:prstGeom>
          <a:solidFill>
            <a:srgbClr val="0F1F35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1" descr="exports/images/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17320"/>
            <a:ext cx="3383280" cy="1783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06240" y="3154680"/>
            <a:ext cx="3474720" cy="274320"/>
          </a:xfrm>
          <a:prstGeom prst="rect">
            <a:avLst/>
          </a:prstGeom>
          <a:solidFill>
            <a:srgbClr val="0F1F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Calculation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3749040"/>
            <a:ext cx="3474720" cy="2103120"/>
          </a:xfrm>
          <a:prstGeom prst="rect">
            <a:avLst>
              <a:gd name="adj" fmla="val 4348"/>
            </a:avLst>
          </a:prstGeom>
          <a:solidFill>
            <a:srgbClr val="0F1F35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1" name="Image 2" descr="exports/images/im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94760"/>
            <a:ext cx="3383280" cy="1783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5532120"/>
            <a:ext cx="3474720" cy="274320"/>
          </a:xfrm>
          <a:prstGeom prst="rect">
            <a:avLst/>
          </a:prstGeom>
          <a:solidFill>
            <a:srgbClr val="0F1F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Level-Adjusted Weights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206240" y="3749040"/>
            <a:ext cx="3474720" cy="2103120"/>
          </a:xfrm>
          <a:prstGeom prst="rect">
            <a:avLst>
              <a:gd name="adj" fmla="val 4348"/>
            </a:avLst>
          </a:prstGeom>
          <a:solidFill>
            <a:srgbClr val="0F1F35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4" name="Image 3" descr="exports/images/img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794760"/>
            <a:ext cx="3383280" cy="1783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532120"/>
            <a:ext cx="3474720" cy="274320"/>
          </a:xfrm>
          <a:prstGeom prst="rect">
            <a:avLst/>
          </a:prstGeom>
          <a:solidFill>
            <a:srgbClr val="0F1F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Intelligence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77724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7772400" y="201168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8" name="Text 12"/>
          <p:cNvSpPr/>
          <p:nvPr/>
        </p:nvSpPr>
        <p:spPr>
          <a:xfrm>
            <a:off x="77724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22960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C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scoring from JIRA, GitHub, Confluence data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772400" y="288036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1" name="Text 15"/>
          <p:cNvSpPr/>
          <p:nvPr/>
        </p:nvSpPr>
        <p:spPr>
          <a:xfrm>
            <a:off x="77724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229600" y="2880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C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weights — seniors vs juniors evaluated differently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772400" y="374904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4" name="Text 18"/>
          <p:cNvSpPr/>
          <p:nvPr/>
        </p:nvSpPr>
        <p:spPr>
          <a:xfrm>
            <a:off x="777240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229600" y="3749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C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benchmarking removes apples-to-oranges comparisons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772400" y="461772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7" name="Text 21"/>
          <p:cNvSpPr/>
          <p:nvPr/>
        </p:nvSpPr>
        <p:spPr>
          <a:xfrm>
            <a:off x="7772400" y="4617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229600" y="4617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C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explains the score — no more "How do I justify this rating?"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7772400" y="548640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0" name="Text 24"/>
          <p:cNvSpPr/>
          <p:nvPr/>
        </p:nvSpPr>
        <p:spPr>
          <a:xfrm>
            <a:off x="7772400" y="5486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229600" y="5486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C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get objective data, engineers get fair evaluations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data. Fair evaluations. No more guesswork.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Evalio - Engineering Score Overview</dc:title>
  <dc:subject>AI-powered engineering performance evaluation</dc:subject>
  <dc:creator>Evalio</dc:creator>
  <cp:lastModifiedBy>Evalio</cp:lastModifiedBy>
  <cp:revision>1</cp:revision>
  <dcterms:created xsi:type="dcterms:W3CDTF">2026-01-16T20:30:58Z</dcterms:created>
  <dcterms:modified xsi:type="dcterms:W3CDTF">2026-01-16T20:30:58Z</dcterms:modified>
</cp:coreProperties>
</file>